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9"/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Alpha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Gamma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