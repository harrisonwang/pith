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uarterly revenue chart ](evil) [x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