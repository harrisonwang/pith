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Bulleted body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Level zero</a:t>
            </a:r>
          </a:p>
          <a:p>
            <a:pPr lvl="1"/>
            <a:r>
              <a:t>Level one</a:t>
            </a:r>
          </a:p>
          <a:p>
            <a:pPr lvl="2"/>
            <a:r>
              <a:t>Level two</a:t>
            </a:r>
          </a:p>
          <a:p>
            <a:pPr>
              <a:buAutoNum type="arabicPeriod"/>
            </a:pPr>
            <a:r>
              <a:t>Numbered item</a:t>
            </a:r>
          </a:p>
          <a:p>
            <a:pPr>
              <a:buNone/>
            </a:pPr>
            <a:r>
              <a:t>No bullet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