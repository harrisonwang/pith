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speaker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sldNum" idx="10" sz="quarter"/>
          </p:nvPr>
        </p:nvSpPr>
        <p:spPr/>
        <p:txBody>
          <a:bodyPr/>
          <a:lstStyle/>
          <a:p>
            <a:r>
              <a:t>12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Notes with furniture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