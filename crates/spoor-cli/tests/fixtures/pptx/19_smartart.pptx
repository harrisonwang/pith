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diagrams/data1.xml" ContentType="application/vnd.openxmlformats-officedocument.drawingml.diagramData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diagrams/data1.xml><?xml version="1.0" encoding="utf-8"?>
<dgm:dataModel xmlns:a="http://schemas.openxmlformats.org/drawingml/2006/main" xmlns:p="http://schemas.openxmlformats.org/presentationml/2006/main" xmlns:r="http://schemas.openxmlformats.org/officeDocument/2006/relationships" xmlns:dgm="http://schemas.openxmlformats.org/drawingml/2006/diagram">
  <dgm:ptLst>
    <dgm:pt modelId="{D0}" type="doc">
      <dgm:prSet/>
      <dgm:spPr/>
    </dgm:pt>
    <dgm:pt modelId="{N1}">
      <dgm:prSet/>
      <dgm:spPr/>
      <dgm:t>
        <a:bodyPr/>
        <a:p>
          <a:r>
            <a:t>Plan</a:t>
          </a:r>
        </a:p>
      </dgm:t>
    </dgm:pt>
    <dgm:pt modelId="{T1}" type="parTrans">
      <dgm:prSet/>
      <dgm:spPr/>
    </dgm:pt>
    <dgm:pt modelId="{N2}">
      <dgm:prSet/>
      <dgm:spPr/>
      <dgm:t>
        <a:bodyPr/>
        <a:p>
          <a:r>
            <a:t>Build</a:t>
          </a:r>
        </a:p>
      </dgm:t>
    </dgm:pt>
    <dgm:pt modelId="{N3}">
      <dgm:prSet/>
      <dgm:spPr/>
      <dgm:t>
        <a:bodyPr/>
        <a:p>
          <a:r>
            <a:t>Ship</a:t>
          </a:r>
        </a:p>
      </dgm:t>
    </dgm:pt>
  </dgm:ptLst>
  <dgm:bg/>
  <dgm:whole/>
</dgm:dataModel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80" Type="http://schemas.openxmlformats.org/officeDocument/2006/relationships/diagramData" Target="../diagrams/data1.xml"/></Relationships>
</file>

<file path=ppt/slides/slide1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graphicFrame><p:nvGraphicFramePr><p:cNvPr id="7" name="SmartArt"/><p:cNvGraphicFramePr/><p:nvPr/></p:nvGraphicFramePr><p:xfrm><a:off x="914400" y="914400"/><a:ext cx="6096000" cy="4572000"/></p:xfrm><a:graphic><a:graphicData uri="http://schemas.openxmlformats.org/drawingml/2006/diagram"><dgm:relIds r:dm="rId80" r:lo="rId81" r:qs="rId82" r:cs="rId83"/></a:graphicData></a:graphic></p:graphicFrame></p:spTree></p:cSld><p:clrMapOvr><a:masterClrMapping/></p:clrMapOvr>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