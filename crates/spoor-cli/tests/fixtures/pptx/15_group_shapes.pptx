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914400" y="914400"/>
            <a:ext cx="1828800" cy="1828800"/>
            <a:chOff x="914400" y="914400"/>
            <a:chExt cx="1828800" cy="1828800"/>
          </a:xfrm>
        </p:grpSpPr>
        <p:sp>
          <p:nvSpPr>
            <p:cNvPr id="3" name="TextBox 2"/>
            <p:cNvSpPr txBox="1"/>
            <p:nvPr/>
          </p:nvSpPr>
          <p:spPr>
            <a:xfrm>
              <a:off x="914400" y="914400"/>
              <a:ext cx="1828800" cy="9144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Grouped alpha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914400" y="1828800"/>
              <a:ext cx="1828800" cy="9144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Grouped beta</a:t>
              </a:r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36576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the group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