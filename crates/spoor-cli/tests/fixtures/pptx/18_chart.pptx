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90</c:v>
                </c:pt>
                <c:pt idx="2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 live in the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