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slide is a screenshot; the script lives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control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